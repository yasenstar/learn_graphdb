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handoutMasterIdLst>
    <p:handoutMasterId r:id="rId15"/>
  </p:handoutMasterIdLst>
  <p:sldIdLst>
    <p:sldId id="257" r:id="rId5"/>
    <p:sldId id="287" r:id="rId6"/>
    <p:sldId id="268" r:id="rId7"/>
    <p:sldId id="293" r:id="rId8"/>
    <p:sldId id="288" r:id="rId9"/>
    <p:sldId id="289" r:id="rId10"/>
    <p:sldId id="290" r:id="rId11"/>
    <p:sldId id="291" r:id="rId12"/>
    <p:sldId id="279" r:id="rId13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87"/>
            <p14:sldId id="268"/>
            <p14:sldId id="293"/>
            <p14:sldId id="288"/>
            <p14:sldId id="289"/>
            <p14:sldId id="290"/>
            <p14:sldId id="291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46" d="100"/>
          <a:sy n="46" d="100"/>
        </p:scale>
        <p:origin x="42" y="270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/>
      <dgm:spPr/>
      <dgm:t>
        <a:bodyPr/>
        <a:lstStyle/>
        <a:p>
          <a:r>
            <a:rPr lang="en-US" dirty="0"/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/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Aura Fundamentals</a:t>
          </a:r>
          <a:endParaRPr lang="en-US" sz="23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487E9E-A453-7E80-419D-08767D291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493"/>
            <a:ext cx="11010672" cy="5067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6612" y="28876"/>
            <a:ext cx="9829800" cy="863600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Data Modeling Fundamentals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806671" y="4267200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89C89-684A-B837-4C58-3D367D43646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6145636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Cypher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7625545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EDFF-4A46-6EBC-C77A-BDAF4A84A64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52ECE-62E8-AAB5-1CAE-C84A7F9BEF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C312-8DCF-EABF-80B4-006C2C1D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A23DA7D-9DB4-B854-8F6E-84E91E54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1C0296-AB0B-CBF4-E9CC-318E8843031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198A45-0D08-7EDF-5539-085105B2D50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A120F7-319B-C2D4-1319-1BE63ADF2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C27454-247E-48FB-6752-2D7167420C6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4C17D7E-727E-3CCA-406F-079D578376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606581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7F5F-C18C-6E97-3248-830E81D9F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F1AB66-9979-606A-1FB0-417591B2C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769CD9-8809-6C26-19D1-411A4942D0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1C513-1103-82C5-723C-13E6E5A392B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28A51-9D1F-EC08-5049-11B29AF8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9034CD-C7EE-1D1B-9CC5-323D84A17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7012" y="1447800"/>
            <a:ext cx="9982200" cy="4976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B08EC06-7D1F-8855-EF26-92749938F1FA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71306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A932-9D3C-9048-D138-A7760E54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C386B-23BC-F58F-8832-B91CCA47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E68A1-A35A-4DB1-5E85-0FF24E0780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3500C-50EF-5CF8-D1A1-D89BACB21143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E13EE-BCF6-8D61-8DEA-B9D9C6FF9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7F0B4-B3C9-45C7-7DA9-54719E2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79412" y="1500076"/>
            <a:ext cx="9982200" cy="4976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65E0CA-5235-4A6C-5090-DE8DFD652E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12752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7390-3DF5-1FC5-B9AA-367A78AF3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D11B1C-10D3-CB43-9EC7-1C58DFC90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F9379-C4D9-45E6-0354-A415FA48B08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B475D-1EBB-FA27-EA5D-39FF43EDBAD7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78ADE-20C6-A565-905B-C6CDAA744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7609889-0DBA-1B5F-895F-3C963C508DE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CFFC3-FF82-42B5-9CBD-3B4AD02C42B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153988" y="1371600"/>
            <a:ext cx="11277600" cy="5075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6091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4C27C-0319-BF56-13DF-79C9AAF00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C815CB3-76C8-F38D-4EE1-DBCD5C91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79D0C-DEA0-FAAC-093A-4FC5531F0F2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367C-B27A-A9A9-6426-D11E3F0BE22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C0D57C-AFC3-833E-281B-91CF0DA74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FEE41D7-9DA1-8BD1-0430-B7509D77AD9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57E18-E351-9F8F-005B-4120DA1FFCF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09074"/>
            <a:ext cx="11067532" cy="49996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85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8741</TotalTime>
  <Words>221</Words>
  <Application>Microsoft Office PowerPoint</Application>
  <PresentationFormat>Custom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Tech 16x9</vt:lpstr>
      <vt:lpstr>Graph Data Modeling Fundamentals</vt:lpstr>
      <vt:lpstr>Course Summary</vt:lpstr>
      <vt:lpstr>1. Getting Started (1)</vt:lpstr>
      <vt:lpstr>1. Getting Started (2)</vt:lpstr>
      <vt:lpstr>2. Modeling Nodes (1)</vt:lpstr>
      <vt:lpstr>2. Modeling Nodes (2)</vt:lpstr>
      <vt:lpstr>3. Modeling Relationships (1)</vt:lpstr>
      <vt:lpstr>3. Modeling Relationships (2)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53</cp:revision>
  <dcterms:created xsi:type="dcterms:W3CDTF">2025-09-27T03:02:45Z</dcterms:created>
  <dcterms:modified xsi:type="dcterms:W3CDTF">2025-11-03T22:32:44Z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