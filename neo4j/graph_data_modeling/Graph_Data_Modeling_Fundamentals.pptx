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4"/>
  </p:notesMasterIdLst>
  <p:handoutMasterIdLst>
    <p:handoutMasterId r:id="rId15"/>
  </p:handoutMasterIdLst>
  <p:sldIdLst>
    <p:sldId id="257" r:id="rId5"/>
    <p:sldId id="287" r:id="rId6"/>
    <p:sldId id="268" r:id="rId7"/>
    <p:sldId id="288" r:id="rId8"/>
    <p:sldId id="289" r:id="rId9"/>
    <p:sldId id="290" r:id="rId10"/>
    <p:sldId id="291" r:id="rId11"/>
    <p:sldId id="279" r:id="rId12"/>
    <p:sldId id="292" r:id="rId13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87"/>
            <p14:sldId id="268"/>
            <p14:sldId id="288"/>
            <p14:sldId id="289"/>
            <p14:sldId id="290"/>
            <p14:sldId id="291"/>
            <p14:sldId id="279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67" d="100"/>
          <a:sy n="67" d="100"/>
        </p:scale>
        <p:origin x="48" y="870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/>
      <dgm:spPr/>
      <dgm:t>
        <a:bodyPr/>
        <a:lstStyle/>
        <a:p>
          <a:r>
            <a:rPr lang="en-US" dirty="0"/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/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Aura Fundamentals</a:t>
          </a:r>
          <a:endParaRPr lang="en-US" sz="23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11/2/2025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487E9E-A453-7E80-419D-08767D291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2493"/>
            <a:ext cx="11010672" cy="50679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6612" y="28876"/>
            <a:ext cx="9829800" cy="863600"/>
          </a:xfrm>
        </p:spPr>
        <p:txBody>
          <a:bodyPr>
            <a:normAutofit fontScale="90000"/>
          </a:bodyPr>
          <a:lstStyle/>
          <a:p>
            <a:r>
              <a:rPr lang="en-US" dirty="0"/>
              <a:t>Graph Data Modeling Fundamentals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806671" y="4267200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F89C89-684A-B837-4C58-3D367D43646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6145636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Cypher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7625545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 Getting Started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7EDFF-4A46-6EBC-C77A-BDAF4A84A64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552ECE-62E8-AAB5-1CAE-C84A7F9BEF2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0727" y="1437092"/>
            <a:ext cx="11104182" cy="4963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F7F5F-C18C-6E97-3248-830E81D9F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3F1AB66-9979-606A-1FB0-417591B2C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769CD9-8809-6C26-19D1-411A4942D0F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1C513-1103-82C5-723C-13E6E5A392B0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28A51-9D1F-EC08-5049-11B29AF8D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09034CD-C7EE-1D1B-9CC5-323D84A17E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7012" y="1447800"/>
            <a:ext cx="9982200" cy="4976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B08EC06-7D1F-8855-EF26-92749938F1FA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713068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6A932-9D3C-9048-D138-A7760E54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C2C386B-23BC-F58F-8832-B91CCA474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7E68A1-A35A-4DB1-5E85-0FF24E0780D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73500C-50EF-5CF8-D1A1-D89BACB21143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CE13EE-BCF6-8D61-8DEA-B9D9C6FF9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F7F0B4-B3C9-45C7-7DA9-54719E2930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79412" y="1500076"/>
            <a:ext cx="9982200" cy="49768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565E0CA-5235-4A6C-5090-DE8DFD652E3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127525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47390-3DF5-1FC5-B9AA-367A78AF3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8D11B1C-10D3-CB43-9EC7-1C58DFC90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FF9379-C4D9-45E6-0354-A415FA48B08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9B475D-1EBB-FA27-EA5D-39FF43EDBAD7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278ADE-20C6-A565-905B-C6CDAA744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7609889-0DBA-1B5F-895F-3C963C508DE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CFFC3-FF82-42B5-9CBD-3B4AD02C42B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153988" y="1371600"/>
            <a:ext cx="11277600" cy="50757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16091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4C27C-0319-BF56-13DF-79C9AAF00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C815CB3-76C8-F38D-4EE1-DBCD5C91F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A79D0C-DEA0-FAAC-093A-4FC5531F0F2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6367C-B27A-A9A9-6426-D11E3F0BE22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C0D57C-AFC3-833E-281B-91CF0DA74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FEE41D7-9DA1-8BD1-0430-B7509D77AD9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557E18-E351-9F8F-005B-4120DA1FFCF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1409074"/>
            <a:ext cx="11067532" cy="49996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385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17C1-23F4-476C-5B2B-91D02CAA9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3C5C59-24FF-3D48-D56B-37BDD7300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598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8521</TotalTime>
  <Words>206</Words>
  <Application>Microsoft Office PowerPoint</Application>
  <PresentationFormat>Custom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Tech 16x9</vt:lpstr>
      <vt:lpstr>Graph Data Modeling Fundamentals</vt:lpstr>
      <vt:lpstr>Course Summary</vt:lpstr>
      <vt:lpstr>1. Getting Started</vt:lpstr>
      <vt:lpstr>2. Modeling Nodes (1)</vt:lpstr>
      <vt:lpstr>2. Modeling Nodes (2)</vt:lpstr>
      <vt:lpstr>3. Modeling Relationships (1)</vt:lpstr>
      <vt:lpstr>3. Modeling Relationships (2)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51</cp:revision>
  <dcterms:created xsi:type="dcterms:W3CDTF">2025-09-27T03:02:45Z</dcterms:created>
  <dcterms:modified xsi:type="dcterms:W3CDTF">2025-11-03T18:52:48Z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