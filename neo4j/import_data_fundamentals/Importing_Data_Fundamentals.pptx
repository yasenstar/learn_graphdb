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257" r:id="rId5"/>
    <p:sldId id="268" r:id="rId6"/>
    <p:sldId id="288" r:id="rId7"/>
    <p:sldId id="289" r:id="rId8"/>
    <p:sldId id="290" r:id="rId9"/>
    <p:sldId id="291" r:id="rId10"/>
    <p:sldId id="292" r:id="rId11"/>
    <p:sldId id="293" r:id="rId12"/>
    <p:sldId id="287" r:id="rId13"/>
    <p:sldId id="279" r:id="rId14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90"/>
            <p14:sldId id="291"/>
            <p14:sldId id="292"/>
            <p14:sldId id="293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99" d="100"/>
          <a:sy n="99" d="100"/>
        </p:scale>
        <p:origin x="954" y="30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11/16/2025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11/16/2025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EE7E-E561-0487-FD59-60AA6989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276A71C-009F-2B62-FC6B-94C97E5F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CFD512-DB64-8EB3-C4AA-F7F371B2F18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6E2E9-F0BF-B642-2F8F-0648C90D3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C6F78FC-4A4C-6D6D-570C-101CE8F795C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47B4BC-DE72-A793-1703-0431D9591AEA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A1825A-60F0-1758-4DB4-A26FC39344E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4E75F5-4419-B0CA-2FB7-0EE98E5CE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8570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F2E74-7AF9-DA73-5F3D-8B4E4E9D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3BAFD5-D77A-F96F-90A1-8194B50D07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192906" y="1143000"/>
            <a:ext cx="9168705" cy="53411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7108220E-EFA0-2363-CF37-DEBF9875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CFDD3-53F1-24FA-A0A1-81BAFCC8FEF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A02BE-75AD-F789-5D12-8D9AF096E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4EE838D-5FB3-8B8D-6B98-D5847E60F0F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BE9EF2C-85C7-0069-CEC1-95A1DE217052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A898D5-D6C5-803F-3984-D8804ADAA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73" y="213234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346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7FDD-308C-E69C-93D2-6C950E1DB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151BC7D-6A72-A4EB-710D-9C5B5D6A7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3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0C06D-BCDE-6D6E-FBF1-72422A4F8EF5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F23D93-EEB6-523F-48C4-7FC4E69C7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4A0A048-8025-8292-7224-25805909CEB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FD721F7-8076-78B4-95E8-27DC61ECE52E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EDE488-B6C6-3D6A-5903-873D250CF07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912811" y="1271880"/>
            <a:ext cx="9144969" cy="5281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38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C182-B951-C873-7549-E3F61F0F8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77478F3-A4E1-1E2D-1ACC-482F1AD30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3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278A7-905E-CA93-A71E-32A1DE36D8A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44FA89-CDE2-17DC-8226-61A62676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4933DCA-50FA-2F7B-2E58-5E8E6726934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5252B9F-E76F-7AB1-AAEC-EDF0A3114E9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</p:spTree>
    <p:extLst>
      <p:ext uri="{BB962C8B-B14F-4D97-AF65-F5344CB8AC3E}">
        <p14:creationId xmlns:p14="http://schemas.microsoft.com/office/powerpoint/2010/main" val="68464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17821</TotalTime>
  <Words>211</Words>
  <Application>Microsoft Office PowerPoint</Application>
  <PresentationFormat>Custom</PresentationFormat>
  <Paragraphs>61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2.1 Data Importer – Part 1</vt:lpstr>
      <vt:lpstr>2.1 Data Importer – Part 2</vt:lpstr>
      <vt:lpstr>2.1 Data Importer – Part 3</vt:lpstr>
      <vt:lpstr>2.1 Data Importer – Part 3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80</cp:revision>
  <dcterms:created xsi:type="dcterms:W3CDTF">2025-09-27T03:02:45Z</dcterms:created>
  <dcterms:modified xsi:type="dcterms:W3CDTF">2025-11-17T17:02:47Z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