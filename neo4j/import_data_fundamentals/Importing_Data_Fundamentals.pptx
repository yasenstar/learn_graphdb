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0"/>
  </p:notesMasterIdLst>
  <p:handoutMasterIdLst>
    <p:handoutMasterId r:id="rId11"/>
  </p:handoutMasterIdLst>
  <p:sldIdLst>
    <p:sldId id="257" r:id="rId5"/>
    <p:sldId id="268" r:id="rId6"/>
    <p:sldId id="288" r:id="rId7"/>
    <p:sldId id="287" r:id="rId8"/>
    <p:sldId id="279" r:id="rId9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68"/>
            <p14:sldId id="288"/>
            <p14:sldId id="287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99" d="100"/>
          <a:sy n="99" d="100"/>
        </p:scale>
        <p:origin x="954" y="30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Aura Fundamentals</a:t>
          </a:r>
          <a:endParaRPr lang="en-US" sz="24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11/11/2025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11/11/2025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11/11/2025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E03DF-A3C1-7274-8699-757D16354F7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50812" y="986340"/>
            <a:ext cx="11123612" cy="53831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503678" y="4047288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88C1B9F-3E7D-5076-A312-3F3D7F480178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6AC5E3-4EA9-6E68-502B-4DE21FA28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7802" y="1108020"/>
            <a:ext cx="1919407" cy="19301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1.1 Getting Started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CEA14E-5578-AFBA-43E8-002F07FA339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BB8066-2769-398D-9B7B-0B8430D8776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1993048"/>
            <a:ext cx="12188825" cy="3148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E8B46D-D368-3A7A-B848-4A2BF1F238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046" y="3910962"/>
            <a:ext cx="2438400" cy="29574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A1F3-E545-14ED-F370-C3EC1D1B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74122C9-B39A-B004-93C2-9BEA5D4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1.2 Getting Started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E300E-F579-04E5-DB3A-60747B3388D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CF93F1-97EA-1B2F-CFB8-74D169A2E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8F5805A6-94A6-85BC-D6CB-A33A1AEC5E16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664FF4E-57EB-3804-BBE2-F21E79335584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FD1F69F-998B-9F5B-C9F8-473863CEA70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2247401"/>
            <a:ext cx="12188825" cy="30454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1103A-3C65-324C-81CE-BE839B324D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503" y="4225891"/>
            <a:ext cx="3429000" cy="1823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56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4649" y="25698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375447" y="15365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1" y="25698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4230819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0765A-E053-09BB-7F7A-7BEE604069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6012" y="1905000"/>
            <a:ext cx="2349076" cy="2362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16217</TotalTime>
  <Words>160</Words>
  <Application>Microsoft Office PowerPoint</Application>
  <PresentationFormat>Custom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Tech 16x9</vt:lpstr>
      <vt:lpstr>PowerPoint Presentation</vt:lpstr>
      <vt:lpstr>1.1 Getting Started</vt:lpstr>
      <vt:lpstr>1.2 Getting Started</vt:lpstr>
      <vt:lpstr>Course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77</cp:revision>
  <dcterms:created xsi:type="dcterms:W3CDTF">2025-09-27T03:02:45Z</dcterms:created>
  <dcterms:modified xsi:type="dcterms:W3CDTF">2025-11-11T18:53:02Z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