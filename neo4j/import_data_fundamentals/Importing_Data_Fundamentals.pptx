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9"/>
  </p:notesMasterIdLst>
  <p:handoutMasterIdLst>
    <p:handoutMasterId r:id="rId20"/>
  </p:handoutMasterIdLst>
  <p:sldIdLst>
    <p:sldId id="257" r:id="rId5"/>
    <p:sldId id="268" r:id="rId6"/>
    <p:sldId id="288" r:id="rId7"/>
    <p:sldId id="289" r:id="rId8"/>
    <p:sldId id="290" r:id="rId9"/>
    <p:sldId id="294" r:id="rId10"/>
    <p:sldId id="291" r:id="rId11"/>
    <p:sldId id="292" r:id="rId12"/>
    <p:sldId id="293" r:id="rId13"/>
    <p:sldId id="295" r:id="rId14"/>
    <p:sldId id="296" r:id="rId15"/>
    <p:sldId id="297" r:id="rId16"/>
    <p:sldId id="287" r:id="rId17"/>
    <p:sldId id="279" r:id="rId1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68"/>
            <p14:sldId id="288"/>
            <p14:sldId id="289"/>
            <p14:sldId id="290"/>
            <p14:sldId id="294"/>
            <p14:sldId id="291"/>
            <p14:sldId id="292"/>
            <p14:sldId id="293"/>
            <p14:sldId id="295"/>
            <p14:sldId id="296"/>
            <p14:sldId id="297"/>
            <p14:sldId id="287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118" d="100"/>
          <a:sy n="118" d="100"/>
        </p:scale>
        <p:origin x="255" y="28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Aura Fundamentals</a:t>
          </a:r>
          <a:endParaRPr lang="en-US" sz="24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11/18/2025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11/18/2025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FE03DF-A3C1-7274-8699-757D16354F7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50812" y="986340"/>
            <a:ext cx="11123612" cy="53831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503678" y="4047288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88C1B9F-3E7D-5076-A312-3F3D7F480178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6AC5E3-4EA9-6E68-502B-4DE21FA28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802" y="1108020"/>
            <a:ext cx="1919407" cy="19301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1.1 Getting Started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CEA14E-5578-AFBA-43E8-002F07FA339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BB8066-2769-398D-9B7B-0B8430D8776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1993048"/>
            <a:ext cx="12188825" cy="3148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E8B46D-D368-3A7A-B848-4A2BF1F238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46" y="3910962"/>
            <a:ext cx="2438400" cy="29574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A1F3-E545-14ED-F370-C3EC1D1BD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4122C9-B39A-B004-93C2-9BEA5D4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1.2 </a:t>
            </a:r>
            <a:r>
              <a:rPr lang="en-US" altLang="zh-CN" sz="4800" b="1" dirty="0"/>
              <a:t>How can I Import?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0E300E-F579-04E5-DB3A-60747B3388D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F93F1-97EA-1B2F-CFB8-74D169A2E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8F5805A6-94A6-85BC-D6CB-A33A1AEC5E16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664FF4E-57EB-3804-BBE2-F21E793355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FD1F69F-998B-9F5B-C9F8-473863CE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534988" y="2247401"/>
            <a:ext cx="12188825" cy="3045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B1103A-3C65-324C-81CE-BE839B324D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503" y="4225891"/>
            <a:ext cx="3429000" cy="182372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56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383A5-83DD-7EE1-6854-610D21CFC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D5013C-50A5-63B1-3806-50C799755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1.3 Data Importing Tools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359475-0D46-64B1-F5A9-FCED1DBB2554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C701CA-6226-8765-E1F3-D5DC8893B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5C50AEF-83B5-99A2-94CA-D47978E1F79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CFDFDDA-124A-E20A-C0CB-23240C3B2B5C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D10B62-0D42-0BBC-2262-624809C87F9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265906" y="1583088"/>
            <a:ext cx="11123612" cy="43189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7 Tools Every Product Management Team Needs | HuffPost Life">
            <a:extLst>
              <a:ext uri="{FF2B5EF4-FFF2-40B4-BE49-F238E27FC236}">
                <a16:creationId xmlns:a16="http://schemas.microsoft.com/office/drawing/2014/main" id="{9CA474BF-525D-D64B-25AC-07CCD7447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4612" y="4890172"/>
            <a:ext cx="3150583" cy="180582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4295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0EE7E-E561-0487-FD59-60AA6989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276A71C-009F-2B62-FC6B-94C97E5F6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CFD512-DB64-8EB3-C4AA-F7F371B2F18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A6E2E9-F0BF-B642-2F8F-0648C90D3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7C6F78FC-4A4C-6D6D-570C-101CE8F795C4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47B4BC-DE72-A793-1703-0431D9591AEA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A1825A-60F0-1758-4DB4-A26FC39344E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54E75F5-4419-B0CA-2FB7-0EE98E5CE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8570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C8FA-55F5-78DC-A8DF-76216DF8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BA272B4-E36A-C591-BF2B-2280F4FF3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1 (cont.)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FC2B5-B847-937F-7716-84AC414A5EC1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D79CBA-313E-817C-7224-77A49D3F5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18E411A-0FFD-8821-3F8F-221603B1545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83F3200-6700-E52B-6217-3B769F5AC166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8BF63DD-1D05-6A4E-DADF-4A9AD4B9A41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70965" y="1259694"/>
            <a:ext cx="9747847" cy="52748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82A91-D9A2-E12E-8F01-02B5A8F5FF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12" y="239896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99605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F2E74-7AF9-DA73-5F3D-8B4E4E9D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3BAFD5-D77A-F96F-90A1-8194B50D07E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192906" y="1143000"/>
            <a:ext cx="9168705" cy="53411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7108220E-EFA0-2363-CF37-DEBF9875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CFDD3-53F1-24FA-A0A1-81BAFCC8FEFB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A02BE-75AD-F789-5D12-8D9AF096E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C4EE838D-5FB3-8B8D-6B98-D5847E60F0F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BE9EF2C-85C7-0069-CEC1-95A1DE217052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A898D5-D6C5-803F-3984-D8804ADAAC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73" y="2132349"/>
            <a:ext cx="3704056" cy="7806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3468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7FDD-308C-E69C-93D2-6C950E1DB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151BC7D-6A72-A4EB-710D-9C5B5D6A7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2.1 </a:t>
            </a:r>
            <a:r>
              <a:rPr lang="en-US" altLang="zh-CN" sz="4800" b="1" dirty="0"/>
              <a:t>Data Importer – Part 3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C0C06D-BCDE-6D6E-FBF1-72422A4F8EF5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F23D93-EEB6-523F-48C4-7FC4E69C7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4A0A048-8025-8292-7224-25805909CEB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FD721F7-8076-78B4-95E8-27DC61ECE52E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EDE488-B6C6-3D6A-5903-873D250CF07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912811" y="1271880"/>
            <a:ext cx="9144969" cy="5281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7938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C182-B951-C873-7549-E3F61F0F8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77478F3-A4E1-1E2D-1ACC-482F1AD30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278A7-905E-CA93-A71E-32A1DE36D8A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44FA89-CDE2-17DC-8226-61A62676E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4933DCA-50FA-2F7B-2E58-5E8E67269340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5252B9F-E76F-7AB1-AAEC-EDF0A3114E9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5FF3BB-565D-ACBC-8789-1BCC27D1B41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88797"/>
            <a:ext cx="9982201" cy="49816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68464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3DA43-66B1-724A-F687-4C0BF40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731859C-3DFF-08C3-8196-E4CB71946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 fontScale="90000"/>
          </a:bodyPr>
          <a:lstStyle/>
          <a:p>
            <a:r>
              <a:rPr lang="en-US" sz="4800" b="1" dirty="0"/>
              <a:t>2.2 </a:t>
            </a:r>
            <a:r>
              <a:rPr lang="en-US" altLang="zh-CN" sz="4800" b="1" dirty="0"/>
              <a:t>Properties and Types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705B95-EA2A-643A-FFCA-56ABD9B19CEE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94E67B-DD4C-B5C5-41C4-5E809E45F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6485FAC-ECFF-F088-58BE-A2D5B7A27242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9D92213-617A-DFEE-28CA-9FCC6BCA675D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6EC832-E9E1-32BC-2DCE-CA222D807C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50812" y="1339669"/>
            <a:ext cx="10287000" cy="51264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25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3CFF8-B371-4DE3-9985-9578BF50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4077885-107E-69C5-A850-22605B101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1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15BA98-88DC-271E-EB39-B596B4D0F77F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1D08F1-3471-B9DB-6150-3802E5C9F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7FE505E-4BA0-F26C-3327-8A4705A1A16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D56F897-5D22-D553-378C-065CFB75BB84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A49A46-1EF6-E5BA-13F4-1464E78C0A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38677" y="1385609"/>
            <a:ext cx="9752011" cy="50312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06398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50AB2-EC89-AD0D-48E5-72C08C5D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8DE3CB4-9125-5C9D-351F-81C1F2C5F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960964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2.3 </a:t>
            </a:r>
            <a:r>
              <a:rPr lang="en-US" altLang="zh-CN" sz="4800" b="1" dirty="0"/>
              <a:t>Add Movie Nodes – Part 2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766B19-A510-A889-756B-88DB998FC40A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11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A223AA-1C3A-AF25-D06F-35F959809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82D314-A1A9-DBEF-857D-CF9DB550B857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86B2BA5-E9B9-1702-04AB-A1B9505FEFBF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b="1" dirty="0"/>
              <a:t>Importing Data Fundamentals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AFD402-54CB-B3D4-9919-EC994954919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469973" y="1409074"/>
            <a:ext cx="9650172" cy="49346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709453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4649" y="25698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375447" y="15365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1" y="25698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230819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0765A-E053-09BB-7F7A-7BEE60406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6012" y="1905000"/>
            <a:ext cx="2349076" cy="2362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18702</TotalTime>
  <Words>258</Words>
  <Application>Microsoft Office PowerPoint</Application>
  <PresentationFormat>Custom</PresentationFormat>
  <Paragraphs>73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Tech 16x9</vt:lpstr>
      <vt:lpstr>PowerPoint Presentation</vt:lpstr>
      <vt:lpstr>1.1 Getting Started</vt:lpstr>
      <vt:lpstr>1.2 How can I Import?</vt:lpstr>
      <vt:lpstr>1.3 Data Importing Tools</vt:lpstr>
      <vt:lpstr>2.1 Data Importer – Part 1</vt:lpstr>
      <vt:lpstr>2.1 Data Importer – Part 1 (cont.)</vt:lpstr>
      <vt:lpstr>2.1 Data Importer – Part 2</vt:lpstr>
      <vt:lpstr>2.1 Data Importer – Part 3</vt:lpstr>
      <vt:lpstr>2.2 Properties and Types – Part 1</vt:lpstr>
      <vt:lpstr>2.2 Properties and Types – Part 2</vt:lpstr>
      <vt:lpstr>2.3 Add Movie Nodes – Part 1</vt:lpstr>
      <vt:lpstr>2.3 Add Movie Nodes – Part 2</vt:lpstr>
      <vt:lpstr>Course 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85</cp:revision>
  <dcterms:created xsi:type="dcterms:W3CDTF">2025-09-27T03:02:45Z</dcterms:created>
  <dcterms:modified xsi:type="dcterms:W3CDTF">2025-11-19T02:37:27Z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